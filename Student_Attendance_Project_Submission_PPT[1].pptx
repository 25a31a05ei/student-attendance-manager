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18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2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859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1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5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3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1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9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9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04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Student Attendance Management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6B376-60BE-9AB4-E76D-882707FA47E8}"/>
              </a:ext>
            </a:extLst>
          </p:cNvPr>
          <p:cNvSpPr txBox="1"/>
          <p:nvPr/>
        </p:nvSpPr>
        <p:spPr>
          <a:xfrm>
            <a:off x="2370667" y="18727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Mini Project using c 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8DD4E0-A845-55D2-6CB1-12783A1C5847}"/>
              </a:ext>
            </a:extLst>
          </p:cNvPr>
          <p:cNvSpPr txBox="1"/>
          <p:nvPr/>
        </p:nvSpPr>
        <p:spPr>
          <a:xfrm>
            <a:off x="3014134" y="22331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Year: 1st </a:t>
            </a:r>
            <a:r>
              <a:rPr lang="en-IN" b="1" dirty="0" err="1"/>
              <a:t>B.Tech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FD370B-A92F-E8F2-3993-5CAA09763E5C}"/>
              </a:ext>
            </a:extLst>
          </p:cNvPr>
          <p:cNvSpPr txBox="1"/>
          <p:nvPr/>
        </p:nvSpPr>
        <p:spPr>
          <a:xfrm>
            <a:off x="2556934" y="24178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b="1" dirty="0" err="1"/>
              <a:t>Branch:CSE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D2758-4AA3-4C44-9E1D-B2003DF6C603}"/>
              </a:ext>
            </a:extLst>
          </p:cNvPr>
          <p:cNvSpPr txBox="1"/>
          <p:nvPr/>
        </p:nvSpPr>
        <p:spPr>
          <a:xfrm>
            <a:off x="76200" y="2737888"/>
            <a:ext cx="8763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Name: MANGARA ELIJIBETH ROJA                                Roll No:25A31A05EH</a:t>
            </a:r>
          </a:p>
          <a:p>
            <a:endParaRPr lang="en-IN" dirty="0"/>
          </a:p>
          <a:p>
            <a:r>
              <a:rPr lang="en-IN" dirty="0"/>
              <a:t>Name: MOHAMMAD ZAHURUNNISA BEGUM             Roll No:25A31A05EI</a:t>
            </a:r>
          </a:p>
          <a:p>
            <a:endParaRPr lang="en-IN" dirty="0"/>
          </a:p>
          <a:p>
            <a:r>
              <a:rPr lang="en-IN" dirty="0"/>
              <a:t>Name: GUMMALLA VEERA MANIKANTA VIVEK          Roll No: 25A31A05FJ</a:t>
            </a:r>
          </a:p>
          <a:p>
            <a:endParaRPr lang="en-IN" dirty="0"/>
          </a:p>
          <a:p>
            <a:r>
              <a:rPr lang="en-IN" dirty="0"/>
              <a:t>Name:  YALLA ARYA                                                          Roll No: 25A31A05GI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Student Attendance Management System developed using C.</a:t>
            </a:r>
          </a:p>
          <a:p>
            <a:r>
              <a:t>It stores student details and calculates attendance percentage.</a:t>
            </a:r>
          </a:p>
          <a:p>
            <a:r>
              <a:t>The project demonstrates basic programming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student details</a:t>
            </a:r>
          </a:p>
          <a:p>
            <a:r>
              <a:t>• Calculate attendance percentage</a:t>
            </a:r>
          </a:p>
          <a:p>
            <a:r>
              <a:t>• Display attendance report</a:t>
            </a:r>
          </a:p>
          <a:p>
            <a:r>
              <a:t>• Understand real-world use of C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structure is a user-defined data type in C.</a:t>
            </a:r>
          </a:p>
          <a:p>
            <a:r>
              <a:t>It allows grouping different data types under a single name.</a:t>
            </a:r>
          </a:p>
          <a:p>
            <a:r>
              <a:t>Here, it is used to store student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–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Student {</a:t>
            </a:r>
          </a:p>
          <a:p>
            <a:r>
              <a:t>    int rollNo;</a:t>
            </a:r>
          </a:p>
          <a:p>
            <a:r>
              <a:t>    char name[50];</a:t>
            </a:r>
          </a:p>
          <a:p>
            <a:r>
              <a:t>    int totalDays;</a:t>
            </a:r>
          </a:p>
          <a:p>
            <a:r>
              <a:t>    int presentDays;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function is a block of code that performs a specific task.</a:t>
            </a:r>
          </a:p>
          <a:p>
            <a:r>
              <a:t>Functions improve readability and reusability of code.</a:t>
            </a:r>
          </a:p>
          <a:p>
            <a:r>
              <a:t>This project uses a function to calculate attendance percentage.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–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float calculatePercentage(int present, int total) {</a:t>
            </a:r>
          </a:p>
          <a:p>
            <a:r>
              <a:t>    return ((float)present / total) * 100;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 &amp;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array of structures is used to store multiple students.</a:t>
            </a:r>
          </a:p>
          <a:p>
            <a:r>
              <a:t>Loops are used to input and display student data efficiently.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Enter number of students: 2</a:t>
            </a:r>
          </a:p>
          <a:p>
            <a:endParaRPr/>
          </a:p>
          <a:p>
            <a:r>
              <a:t>Student 1:</a:t>
            </a:r>
          </a:p>
          <a:p>
            <a:r>
              <a:t>Roll Number: 101</a:t>
            </a:r>
          </a:p>
          <a:p>
            <a:r>
              <a:t>Name: Raju</a:t>
            </a:r>
          </a:p>
          <a:p>
            <a:r>
              <a:t>Total Working Days: 30</a:t>
            </a:r>
          </a:p>
          <a:p>
            <a:r>
              <a:t>Total Present Days: 26</a:t>
            </a:r>
          </a:p>
          <a:p>
            <a:endParaRPr/>
          </a:p>
          <a:p>
            <a:r>
              <a:t>Student 2:</a:t>
            </a:r>
          </a:p>
          <a:p>
            <a:r>
              <a:t>Roll Number: 102</a:t>
            </a:r>
          </a:p>
          <a:p>
            <a:r>
              <a:t>Name: Ravi</a:t>
            </a:r>
          </a:p>
          <a:p>
            <a:r>
              <a:t>Total Working Days: 30</a:t>
            </a:r>
          </a:p>
          <a:p>
            <a:r>
              <a:t>Total Present Days: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------ Attendance Report ------</a:t>
            </a:r>
          </a:p>
          <a:p>
            <a:r>
              <a:t>Roll No   Name   Present/Total   Percentage</a:t>
            </a:r>
          </a:p>
          <a:p>
            <a:r>
              <a:t>101       Raju   26/30           86.67%</a:t>
            </a:r>
          </a:p>
          <a:p>
            <a:r>
              <a:t>102       Ravi   20/30           66.67%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Simple and easy to use</a:t>
            </a:r>
          </a:p>
          <a:p>
            <a:r>
              <a:rPr dirty="0"/>
              <a:t>• Reduces manual calculation</a:t>
            </a:r>
          </a:p>
          <a:p>
            <a:r>
              <a:rPr dirty="0"/>
              <a:t>• Improves logic building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helps understand structures, functions, arrays, and loops.</a:t>
            </a:r>
          </a:p>
          <a:p>
            <a:r>
              <a:rPr dirty="0"/>
              <a:t>The project can be enhanced further in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32</TotalTime>
  <Words>358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Student Attendance Management System</vt:lpstr>
      <vt:lpstr>Introduction</vt:lpstr>
      <vt:lpstr>Objectives</vt:lpstr>
      <vt:lpstr>Structure – Definition</vt:lpstr>
      <vt:lpstr>Structure – Code Snippet</vt:lpstr>
      <vt:lpstr>Function – Definition</vt:lpstr>
      <vt:lpstr>Function – Code Snippet</vt:lpstr>
      <vt:lpstr>Arrays &amp; Loops</vt:lpstr>
      <vt:lpstr>Sample Input</vt:lpstr>
      <vt:lpstr>Sample Output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Yalla Sri sai pranay</dc:creator>
  <cp:keywords/>
  <dc:description>generated using python-pptx</dc:description>
  <cp:lastModifiedBy>Yalla Sri sai pranay</cp:lastModifiedBy>
  <cp:revision>3</cp:revision>
  <dcterms:created xsi:type="dcterms:W3CDTF">2013-01-27T09:14:16Z</dcterms:created>
  <dcterms:modified xsi:type="dcterms:W3CDTF">2025-12-21T08:16:54Z</dcterms:modified>
  <cp:category/>
</cp:coreProperties>
</file>